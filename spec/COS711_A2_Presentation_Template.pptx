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65" r:id="rId3"/>
    <p:sldId id="260" r:id="rId4"/>
    <p:sldId id="262" r:id="rId5"/>
    <p:sldId id="261" r:id="rId6"/>
    <p:sldId id="266" r:id="rId7"/>
    <p:sldId id="263" r:id="rId8"/>
    <p:sldId id="257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gi1ldOjg5YoNm5PjkxPIaaphVa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3871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429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7457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" name="Google Shape;10;p9" descr="Graphical user interface,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/>
          <p:nvPr/>
        </p:nvSpPr>
        <p:spPr>
          <a:xfrm>
            <a:off x="-7620" y="-7144"/>
            <a:ext cx="12207240" cy="34366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29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9" name="Google Shape;19;p12" descr="Graphical user interface,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-7620" y="3429000"/>
            <a:ext cx="12207240" cy="343754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15843" b="-15843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0" y="865188"/>
            <a:ext cx="12192000" cy="194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chemeClr val="lt2"/>
              </a:buClr>
              <a:buSzPts val="3600"/>
            </a:pPr>
            <a:r>
              <a:rPr lang="en-ZA" sz="3600" b="1" dirty="0">
                <a:solidFill>
                  <a:schemeClr val="lt1"/>
                </a:solidFill>
              </a:rPr>
              <a:t>COS711 Assignment 3</a:t>
            </a:r>
            <a:br>
              <a:rPr lang="en-US" sz="3600" b="1" dirty="0"/>
            </a:br>
            <a:r>
              <a:rPr lang="en-ZA" sz="2800" dirty="0">
                <a:solidFill>
                  <a:schemeClr val="lt1"/>
                </a:solidFill>
              </a:rPr>
              <a:t>Segmenting solar filaments with deep learning</a:t>
            </a:r>
            <a:br>
              <a:rPr lang="en-US" sz="3600" b="1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600" b="1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solidFill>
                  <a:schemeClr val="lt1"/>
                </a:solidFill>
              </a:rPr>
              <a:t>[Team member names and student numbers]</a:t>
            </a:r>
            <a:endParaRPr lang="en-US" sz="3600" dirty="0"/>
          </a:p>
          <a:p>
            <a:pPr lvl="0" algn="ctr">
              <a:lnSpc>
                <a:spcPct val="90000"/>
              </a:lnSpc>
              <a:buClr>
                <a:schemeClr val="lt2"/>
              </a:buClr>
              <a:buSzPts val="3600"/>
            </a:pPr>
            <a:endParaRPr sz="3600" b="1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3" descr="Graphical user interface,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Team and Responsibilities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ZA" dirty="0"/>
              <a:t>Introduce the team. Clearly outline the responsibility of each team member; every member must be featured in the video.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Name Surname (student number): responsibility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Name Surname (student number): responsibility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Name Surname (student number): responsibility (delete if not needed)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960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Dataset Preparation</a:t>
            </a:r>
            <a:endParaRPr dirty="0"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ZA" dirty="0"/>
              <a:t>What did you discover about the data, and how did you prepare it?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Preprocessing and scaling (e.g. resolution, normalisation)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Augmentation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Noisy samples and class imbalance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Training / validation split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A26E8-4077-40B8-8FED-AF2529FEC85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Z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Experimental Setup and Methodology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ZA" dirty="0"/>
              <a:t>Briefly discuss all libraries, tools and hardware used. How did you formulate the problem?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Which models, losses and training algorithms did you choose, and why?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How did you tune the hyperparameters?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How did you evaluate your results?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9600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Results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ZA" dirty="0"/>
              <a:t>How well did your model do? Include your Kaggle leaderboard screenshot.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Panoptic quality locally and on the Kaggle leaderboard (means and standard deviations over multiple runs where feasible)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Comparison between approaches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Kinds of errors: missed filaments or fine-scale structure, noise, fragmentation, merging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Results: Example Predictions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ZA" dirty="0"/>
              <a:t>Show input images next to your predicted filament masks for a sample of test images.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Do the predictions seem viable?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Where do they fail, and why?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Best case VS worst case examples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Segmentation Enhancement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ZA" dirty="0"/>
              <a:t>What did you do beyond a standard segmentation pipeline, and how much did each idea help?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Your own ideas, e.g. instance separation, keeping filaments intact, capturing fine-scale structure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Quantify the effect of each idea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Model size, training time and inference time, compression methods and their effect on quality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001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6995160" y="-7620"/>
            <a:ext cx="5204460" cy="68744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8936" r="-48938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>
            <a:spLocks noGrp="1"/>
          </p:cNvSpPr>
          <p:nvPr>
            <p:ph type="title"/>
          </p:nvPr>
        </p:nvSpPr>
        <p:spPr>
          <a:xfrm>
            <a:off x="403860" y="365125"/>
            <a:ext cx="6355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Conclusions</a:t>
            </a:r>
            <a:endParaRPr dirty="0"/>
          </a:p>
        </p:txBody>
      </p:sp>
      <p:sp>
        <p:nvSpPr>
          <p:cNvPr id="34" name="Google Shape;34;p2"/>
          <p:cNvSpPr txBox="1">
            <a:spLocks noGrp="1"/>
          </p:cNvSpPr>
          <p:nvPr>
            <p:ph type="body" idx="1"/>
          </p:nvPr>
        </p:nvSpPr>
        <p:spPr>
          <a:xfrm>
            <a:off x="403860" y="1825625"/>
            <a:ext cx="635508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Summarise the main take-aways from your experiments.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ZA" dirty="0"/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Highlight the biggest roadblocks.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ZA" dirty="0"/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Reflect on what you would do differently if you had to do the same task again.</a:t>
            </a:r>
            <a:endParaRPr dirty="0"/>
          </a:p>
        </p:txBody>
      </p:sp>
      <p:pic>
        <p:nvPicPr>
          <p:cNvPr id="35" name="Google Shape;35;p2" descr="Graphical user interface,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6995160" y="-7620"/>
            <a:ext cx="5204460" cy="68744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8936" r="-48938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>
            <a:spLocks noGrp="1"/>
          </p:cNvSpPr>
          <p:nvPr>
            <p:ph type="title"/>
          </p:nvPr>
        </p:nvSpPr>
        <p:spPr>
          <a:xfrm>
            <a:off x="403860" y="365125"/>
            <a:ext cx="6355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Bibliography</a:t>
            </a:r>
            <a:endParaRPr dirty="0"/>
          </a:p>
        </p:txBody>
      </p:sp>
      <p:sp>
        <p:nvSpPr>
          <p:cNvPr id="34" name="Google Shape;34;p2"/>
          <p:cNvSpPr txBox="1">
            <a:spLocks noGrp="1"/>
          </p:cNvSpPr>
          <p:nvPr>
            <p:ph type="body" idx="1"/>
          </p:nvPr>
        </p:nvSpPr>
        <p:spPr>
          <a:xfrm>
            <a:off x="403860" y="1825625"/>
            <a:ext cx="635508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Paper 1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Paper 2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Website 3</a:t>
            </a:r>
            <a:endParaRPr dirty="0"/>
          </a:p>
        </p:txBody>
      </p:sp>
      <p:pic>
        <p:nvPicPr>
          <p:cNvPr id="35" name="Google Shape;35;p2" descr="Graphical user interface,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4198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">
      <a:dk1>
        <a:srgbClr val="000000"/>
      </a:dk1>
      <a:lt1>
        <a:srgbClr val="FFFFFF"/>
      </a:lt1>
      <a:dk2>
        <a:srgbClr val="005BAA"/>
      </a:dk2>
      <a:lt2>
        <a:srgbClr val="FFFFFF"/>
      </a:lt2>
      <a:accent1>
        <a:srgbClr val="005BAA"/>
      </a:accent1>
      <a:accent2>
        <a:srgbClr val="D71C33"/>
      </a:accent2>
      <a:accent3>
        <a:srgbClr val="C48B3B"/>
      </a:accent3>
      <a:accent4>
        <a:srgbClr val="5C5C61"/>
      </a:accent4>
      <a:accent5>
        <a:srgbClr val="A19C9B"/>
      </a:accent5>
      <a:accent6>
        <a:srgbClr val="D7D2D1"/>
      </a:accent6>
      <a:hlink>
        <a:srgbClr val="005BAA"/>
      </a:hlink>
      <a:folHlink>
        <a:srgbClr val="D71C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349</Words>
  <Application>Microsoft Office PowerPoint</Application>
  <PresentationFormat>Widescreen</PresentationFormat>
  <Paragraphs>42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Team and Responsibilities</vt:lpstr>
      <vt:lpstr>Dataset Preparation</vt:lpstr>
      <vt:lpstr>Experimental Setup and Methodology</vt:lpstr>
      <vt:lpstr>Results</vt:lpstr>
      <vt:lpstr>Results: Example Predictions</vt:lpstr>
      <vt:lpstr>Segmentation Enhancement</vt:lpstr>
      <vt:lpstr>Conclusions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Carissa Botha</dc:creator>
  <cp:lastModifiedBy>Prof. AS Bosman</cp:lastModifiedBy>
  <cp:revision>7</cp:revision>
  <dcterms:created xsi:type="dcterms:W3CDTF">2022-03-28T12:27:33Z</dcterms:created>
  <dcterms:modified xsi:type="dcterms:W3CDTF">2026-10-07T08:31:12Z</dcterms:modified>
</cp:coreProperties>
</file>